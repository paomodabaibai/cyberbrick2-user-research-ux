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d26d1dd1a49a9" /><Relationship Type="http://schemas.openxmlformats.org/officeDocument/2006/relationships/extended-properties" Target="/docProps/app.xml" Id="R1943a41e75c54c76" /><Relationship Type="http://schemas.openxmlformats.org/officeDocument/2006/relationships/officeDocument" Target="/ppt/presentation.xml" Id="Red05c5426b4c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0a69d437a046b5"/>
  </p:sldMasterIdLst>
  <p:notesMasterIdLst>
    <p:notesMasterId xmlns:r="http://schemas.openxmlformats.org/officeDocument/2006/relationships" r:id="Rfb3b4943620e4be8"/>
  </p:notesMasterIdLst>
  <p:sldIdLst>
    <p:sldId xmlns:r="http://schemas.openxmlformats.org/officeDocument/2006/relationships" id="256" r:id="R71b3f2edb11147bf"/>
    <p:sldId xmlns:r="http://schemas.openxmlformats.org/officeDocument/2006/relationships" id="257" r:id="R0a74dcc6658b481f"/>
    <p:sldId xmlns:r="http://schemas.openxmlformats.org/officeDocument/2006/relationships" id="258" r:id="Rd052ccf6fe6f4478"/>
    <p:sldId xmlns:r="http://schemas.openxmlformats.org/officeDocument/2006/relationships" id="259" r:id="R3f0e147c664e40e6"/>
    <p:sldId xmlns:r="http://schemas.openxmlformats.org/officeDocument/2006/relationships" id="260" r:id="R723c6564b00d4003"/>
    <p:sldId xmlns:r="http://schemas.openxmlformats.org/officeDocument/2006/relationships" id="261" r:id="Rbb136f9f31064640"/>
    <p:sldId xmlns:r="http://schemas.openxmlformats.org/officeDocument/2006/relationships" id="262" r:id="Rbc27e320dde64b9d"/>
    <p:sldId xmlns:r="http://schemas.openxmlformats.org/officeDocument/2006/relationships" id="263" r:id="Rea2c0ef0c82c439f"/>
    <p:sldId xmlns:r="http://schemas.openxmlformats.org/officeDocument/2006/relationships" id="264" r:id="R0a82acb5fee94bca"/>
    <p:sldId xmlns:r="http://schemas.openxmlformats.org/officeDocument/2006/relationships" id="265" r:id="R88d3e253acfb435d"/>
    <p:sldId xmlns:r="http://schemas.openxmlformats.org/officeDocument/2006/relationships" id="266" r:id="R95d05dc005f641e9"/>
    <p:sldId xmlns:r="http://schemas.openxmlformats.org/officeDocument/2006/relationships" id="267" r:id="R3cf705d3e9564950"/>
    <p:sldId xmlns:r="http://schemas.openxmlformats.org/officeDocument/2006/relationships" id="268" r:id="Rabb050d808e94467"/>
    <p:sldId xmlns:r="http://schemas.openxmlformats.org/officeDocument/2006/relationships" id="269" r:id="R86a2c187766940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74a1aab324138" /><Relationship Type="http://schemas.openxmlformats.org/officeDocument/2006/relationships/slideMaster" Target="/ppt/slideMasters/slideMaster1.xml" Id="R2b0a69d437a046b5" /><Relationship Type="http://schemas.openxmlformats.org/officeDocument/2006/relationships/notesMaster" Target="/ppt/notesMasters/notesMaster1.xml" Id="Rfb3b4943620e4be8" /><Relationship Type="http://schemas.openxmlformats.org/officeDocument/2006/relationships/presProps" Target="/ppt/presProps.xml" Id="R96010999ac064920" /><Relationship Type="http://schemas.openxmlformats.org/officeDocument/2006/relationships/tableStyles" Target="/ppt/tableStyles.xml" Id="Rfb8c1137d4b341e3" /><Relationship Type="http://schemas.openxmlformats.org/officeDocument/2006/relationships/slide" Target="/ppt/slides/slide1.xml" Id="R71b3f2edb11147bf" /><Relationship Type="http://schemas.openxmlformats.org/officeDocument/2006/relationships/slide" Target="/ppt/slides/slide2.xml" Id="R0a74dcc6658b481f" /><Relationship Type="http://schemas.openxmlformats.org/officeDocument/2006/relationships/slide" Target="/ppt/slides/slide3.xml" Id="Rd052ccf6fe6f4478" /><Relationship Type="http://schemas.openxmlformats.org/officeDocument/2006/relationships/slide" Target="/ppt/slides/slide4.xml" Id="R3f0e147c664e40e6" /><Relationship Type="http://schemas.openxmlformats.org/officeDocument/2006/relationships/slide" Target="/ppt/slides/slide5.xml" Id="R723c6564b00d4003" /><Relationship Type="http://schemas.openxmlformats.org/officeDocument/2006/relationships/slide" Target="/ppt/slides/slide6.xml" Id="Rbb136f9f31064640" /><Relationship Type="http://schemas.openxmlformats.org/officeDocument/2006/relationships/slide" Target="/ppt/slides/slide7.xml" Id="Rbc27e320dde64b9d" /><Relationship Type="http://schemas.openxmlformats.org/officeDocument/2006/relationships/slide" Target="/ppt/slides/slide8.xml" Id="Rea2c0ef0c82c439f" /><Relationship Type="http://schemas.openxmlformats.org/officeDocument/2006/relationships/slide" Target="/ppt/slides/slide9.xml" Id="R0a82acb5fee94bca" /><Relationship Type="http://schemas.openxmlformats.org/officeDocument/2006/relationships/slide" Target="/ppt/slides/slide10.xml" Id="R88d3e253acfb435d" /><Relationship Type="http://schemas.openxmlformats.org/officeDocument/2006/relationships/slide" Target="/ppt/slides/slide11.xml" Id="R95d05dc005f641e9" /><Relationship Type="http://schemas.openxmlformats.org/officeDocument/2006/relationships/slide" Target="/ppt/slides/slide12.xml" Id="R3cf705d3e9564950" /><Relationship Type="http://schemas.openxmlformats.org/officeDocument/2006/relationships/slide" Target="/ppt/slides/slide13.xml" Id="Rabb050d808e94467" /><Relationship Type="http://schemas.openxmlformats.org/officeDocument/2006/relationships/slide" Target="/ppt/slides/slide14.xml" Id="R86a2c187766940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21aa679ce6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1b7f81d8e4431e" /><Relationship Type="http://schemas.openxmlformats.org/officeDocument/2006/relationships/notesMaster" Target="/ppt/notesMasters/notesMaster1.xml" Id="Rcc4acca2e56e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087d5fdfc14920" /><Relationship Type="http://schemas.openxmlformats.org/officeDocument/2006/relationships/notesMaster" Target="/ppt/notesMasters/notesMaster1.xml" Id="R4ea88a3af4e2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8251774e66404b" /><Relationship Type="http://schemas.openxmlformats.org/officeDocument/2006/relationships/notesMaster" Target="/ppt/notesMasters/notesMaster1.xml" Id="R63d6fda1872548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ff36712af4099" /><Relationship Type="http://schemas.openxmlformats.org/officeDocument/2006/relationships/notesMaster" Target="/ppt/notesMasters/notesMaster1.xml" Id="R7d238398d07249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02fe3265214890" /><Relationship Type="http://schemas.openxmlformats.org/officeDocument/2006/relationships/notesMaster" Target="/ppt/notesMasters/notesMaster1.xml" Id="R6f26df0fd9fe49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385f336b804f22" /><Relationship Type="http://schemas.openxmlformats.org/officeDocument/2006/relationships/notesMaster" Target="/ppt/notesMasters/notesMaster1.xml" Id="Re1d34c3e89044d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2bd05d50547b8" /><Relationship Type="http://schemas.openxmlformats.org/officeDocument/2006/relationships/notesMaster" Target="/ppt/notesMasters/notesMaster1.xml" Id="R6d197d042dda40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27be2ab6dd48d5" /><Relationship Type="http://schemas.openxmlformats.org/officeDocument/2006/relationships/notesMaster" Target="/ppt/notesMasters/notesMaster1.xml" Id="R617fa178b5fb48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e171546df14462" /><Relationship Type="http://schemas.openxmlformats.org/officeDocument/2006/relationships/notesMaster" Target="/ppt/notesMasters/notesMaster1.xml" Id="R172e00aa0b7345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81f48a0f074a09" /><Relationship Type="http://schemas.openxmlformats.org/officeDocument/2006/relationships/notesMaster" Target="/ppt/notesMasters/notesMaster1.xml" Id="R6180941470db42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8500f2a8f2440f" /><Relationship Type="http://schemas.openxmlformats.org/officeDocument/2006/relationships/notesMaster" Target="/ppt/notesMasters/notesMaster1.xml" Id="R46365001360d45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7d69ddc04f4500" /><Relationship Type="http://schemas.openxmlformats.org/officeDocument/2006/relationships/notesMaster" Target="/ppt/notesMasters/notesMaster1.xml" Id="R5ecaf0d22bb949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42ec7c873e4d1b" /><Relationship Type="http://schemas.openxmlformats.org/officeDocument/2006/relationships/notesMaster" Target="/ppt/notesMasters/notesMaster1.xml" Id="R0dd6464f4a5c48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6a6a8d23c943dd" /><Relationship Type="http://schemas.openxmlformats.org/officeDocument/2006/relationships/notesMaster" Target="/ppt/notesMasters/notesMaster1.xml" Id="R33f2f597373c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我们是 milk 组。我们想做一个可以和朋友面对面玩的桌面机器人对战装置。今天汇报的是设计方向、结构选择和六周内的制作计划。项目题目暂定为“桌面双足机器人对战”，之后可以再确定更有个性的产品名。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建议时长：20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这不是单纯让机器人走路，而是把移动和攻击结合成一场朋友之间的对战。尺寸暂定十到二十厘米，让装置能在普通桌面使用。首版先保证一对一能完整玩起来，再考虑多人轮换或更多机器人同场。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建议时长：40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目前是目标用户假设，还没有完成访谈。我们希望遥控操作容易理解，让参与者把注意力放在距离、时机和对手上。短腿机器人走路时略显笨拙，夸张的巴掌和拳头能制造幽默感。后续通过同学试玩，观察他们是否愿意继续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建议时长：40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腿部沿用已经选定的 Otto 四舵机结构，减少零件和关节数量。外观保持奶白色主体，通过蓝色与红色区分两款。主板放在身体内部，电池尽量低置。这个尺寸是设计范围，最终高度会由实际驱动和电池尺寸决定，不是已经定好的工程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建议时长：45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巴掌已经决定采用简单的直接驱动方案。图中我们借鉴的是竖直转轴和横向手掌的关系，不复制游戏舞台。首版不做凸轮蓄力或复杂连杆。具体选择位置舵机还是其他电机，要看摆角、速度、负载与控制接口。手掌做轻、横臂做短，先测动作，再测试机器人会不会因挥掌自己失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建议时长：50 秒。</a:t>
            </a:r>
          </a:p>
          <a:p xmlns:a="http://schemas.openxmlformats.org/drawingml/2006/main">
            <a:r>
              <a:t>来源：用户提供游戏截图，仅作为动作方向参考。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拳头采用这张参考图中的结构方向。我们不保留它的车轮底盘，而是研究如何把上部机构装到统一的双足机身上。原作者公开了 CAD 和代码，已下载 STEP 文件。接下来重点是确认传动、安装尺寸、质量和出拳行程，不能只把整体模型缩小就直接打印。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建议时长：50 秒。</a:t>
            </a:r>
          </a:p>
          <a:p xmlns:a="http://schemas.openxmlformats.org/drawingml/2006/main">
            <a:r>
              <a:t>来源：https://github.com/XRobots/Punchy</a:t>
            </a:r>
          </a:p>
          <a:p xmlns:a="http://schemas.openxmlformats.org/drawingml/2006/main">
            <a:r>
              <a:t>https://www.youtube.com/watch?v=XNV1myy1sbA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预计现成模型不一定适配手里的舵机和主板。处理方式不是盲目等比缩放，而是量出舵机、舵盘、板子和插头的尺寸，再局部修改支架和外壳，保留原来的关节轴线关系。正式打印整机之前，先打印安装试片。顶部模块的力需要传给主体支架，不只靠薄外壳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建议时长：45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击倒获胜是已确定的玩法核心。首版由人判断倒地并扶正，不加入自动起身。建议测试规则是倒地持续三秒判负，双方同时倒地则重开；这些细则还要在试玩中验证。出界如何处理、是否限时，以及两款攻击是否公平，都留给试玩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建议时长：40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这一页按一台巴掌、一台拳头估算。行走部分一共八个舵机，巴掌暂按一个位置舵机计算，所以共九个舵机。拳击模块暂按一套电机驱动估算，最终要拆看 Punchy 的传动再确认。控制板和遥控器各两套；遥控器若已包含控制板，不重复采购。最终板型必须能满足全部接口和电源需求。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建议时长：55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接线数量要等板型和实物尺寸确定后再细化，现在先按连接点建立清单。九个舵机本身有引线，是否需要延长不能提前确定。Punchy 里的齿轮、转轴和轴承需要查 CAD，不能凭图片承诺具体数量。跌倒传感器先不作为首版必需，这样可以把精力放在运动和对战体验上。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建议时长：45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关键的不是让拳头单独动起来，而是装到短腿机器人上之后还能不能玩。我们会先分别验证腿部和攻击机构，再逐步增加重量。还要检查多台遥控是否互相干扰，连续动作时是否掉电。巴掌和拳头的表现可以不同，但不能出现某一款完全无法接近另一款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建议时长：45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是第一周。第二周优先确认器件、打印试片并做独立动作样机。第三周把单机走路和攻击结合起来，第四周完成两机遥控和场地。第五周请同学试玩，调整规则和控制。第六周完成外观、可靠性检查、演示和课程材料。成员分工今晚讨论，不在这里提前替组员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建议时长：40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计划进行的测试，不是已经取得的研究结果。我们既要记录机器人能不能稳定运行，也要观察参与者什么时候紧张、什么时候笑，以及是否愿意交换机器人继续玩。人数是初步计划，不代表样本足以证明普遍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建议时长：30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一下，我们已经明确了腿部结构和两种攻击方向。接下来会围绕现有器件做尺寸适配与动作测试。首版重点是能够遥控移动、攻击并完成一局对战，自动起身、自动判负和陪伴功能先不列入交付承诺。也希望老师帮助我们判断硬件资源和六周范围是否合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建议时长：35 秒。</a:t>
            </a:r>
          </a:p>
          <a:p xmlns:a="http://schemas.openxmlformats.org/drawingml/2006/main">
            <a:r>
              <a:t>依据：小组沟通记录；未确认数量、时间及用户画像属于提案工作假设。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6a86716a640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d2e6e0080142cf" /><Relationship Type="http://schemas.openxmlformats.org/officeDocument/2006/relationships/slideLayout" Target="/ppt/slideLayouts/slideLayout1.xml" Id="Ref65dff2301e4f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5dff2301e4f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8c6bbd2354b4c" /><Relationship Type="http://schemas.openxmlformats.org/officeDocument/2006/relationships/notesSlide" Target="/ppt/notesSlides/notesSlide1.xml" Id="Ra1424c649193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e854204424671" /><Relationship Type="http://schemas.openxmlformats.org/officeDocument/2006/relationships/notesSlide" Target="/ppt/notesSlides/notesSlide2.xml" Id="Rf34f8aea0d14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a2401b4554055" /><Relationship Type="http://schemas.openxmlformats.org/officeDocument/2006/relationships/notesSlide" Target="/ppt/notesSlides/notesSlide3.xml" Id="R17c5ca136be247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cc22ad8b84bc7" /><Relationship Type="http://schemas.openxmlformats.org/officeDocument/2006/relationships/notesSlide" Target="/ppt/notesSlides/notesSlide4.xml" Id="Re65b0d68af4e4c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2d47022d5426b" /><Relationship Type="http://schemas.openxmlformats.org/officeDocument/2006/relationships/image" Target="/ppt/media/image.jpeg" Id="R39fd1ef552cf43bd" /><Relationship Type="http://schemas.openxmlformats.org/officeDocument/2006/relationships/notesSlide" Target="/ppt/notesSlides/notesSlide5.xml" Id="Rdbc977742dfb48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217fbd07b4f31" /><Relationship Type="http://schemas.openxmlformats.org/officeDocument/2006/relationships/image" Target="/ppt/media/image.png" Id="R3c706e810b4c4a0a" /><Relationship Type="http://schemas.openxmlformats.org/officeDocument/2006/relationships/notesSlide" Target="/ppt/notesSlides/notesSlide6.xml" Id="R92d557717adf4a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7c004f8c249bb" /><Relationship Type="http://schemas.openxmlformats.org/officeDocument/2006/relationships/notesSlide" Target="/ppt/notesSlides/notesSlide7.xml" Id="R4d4bb96986ee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ac3afe9848a5" /><Relationship Type="http://schemas.openxmlformats.org/officeDocument/2006/relationships/notesSlide" Target="/ppt/notesSlides/notesSlide8.xml" Id="R61329862da6049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5be06ba744a1a" /><Relationship Type="http://schemas.openxmlformats.org/officeDocument/2006/relationships/notesSlide" Target="/ppt/notesSlides/notesSlide9.xml" Id="R66ea6ea7513f47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c2f26a2cf4018" /><Relationship Type="http://schemas.openxmlformats.org/officeDocument/2006/relationships/notesSlide" Target="/ppt/notesSlides/notesSlide10.xml" Id="Rb2d1091220874e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0496c8e1b4152" /><Relationship Type="http://schemas.openxmlformats.org/officeDocument/2006/relationships/notesSlide" Target="/ppt/notesSlides/notesSlide11.xml" Id="Rb4dfb44941294d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64b1b96cf4e7e" /><Relationship Type="http://schemas.openxmlformats.org/officeDocument/2006/relationships/notesSlide" Target="/ppt/notesSlides/notesSlide12.xml" Id="R3a4be0c7e8e74d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0f77f6bce4b0e" /><Relationship Type="http://schemas.openxmlformats.org/officeDocument/2006/relationships/notesSlide" Target="/ppt/notesSlides/notesSlide13.xml" Id="R1fd4bf6cff5a44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48a9e931f4ff2" /><Relationship Type="http://schemas.openxmlformats.org/officeDocument/2006/relationships/notesSlide" Target="/ppt/notesSlides/notesSlide14.xml" Id="R50ba23e268314f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E132F-C49E-4086-915E-56D127C6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milk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5921C-7F1D-4B7B-B170-59CD9C40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桌面双足机器人对战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882E6-42E2-406E-9B37-3412D4C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第 2 组  /  用户研究与体验设计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549AC-EF3F-43A4-804C-A8760172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傅宬博（本） · 白昊灵（本） · 孔舒然（本） · 罗圣希（研）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1343E-430A-416F-B6E0-E8ECFD8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4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F4A40"/>
                </a:solidFill>
                <a:latin typeface="Microsoft YaHei"/>
                <a:ea typeface="Microsoft YaHei"/>
                <a:cs typeface="Microsoft YaHei"/>
              </a:rPr>
              <a:t>2026.09.17   项目提案</a:t>
            </a:r>
          </a:p>
        </p:txBody>
      </p:sp>
    </p:spTree>
    <p:extLst>
      <p:ext uri="{BB962C8B-B14F-4D97-AF65-F5344CB8AC3E}">
        <p14:creationId xmlns:p14="http://schemas.microsoft.com/office/powerpoint/2010/main" val="115275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C3B3E-B5E1-4B82-8868-BC21ECC6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我们要做什么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061B8-B680-4030-BEB5-DAD3106C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两人各操控一台小型双足机器人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4CD44-4C7E-4698-B6E8-00026427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通过移动、转向和攻击，将对方击倒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52850-1DDE-4CE6-A3E8-E288343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首版：两台机器人、两个遥控器、一个桌面对战区域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19EEA-7B95-4F1B-BD57-808B882C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7353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5CCCE-4136-43DE-BBE9-F125ED92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目标用户与体验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69E40-EAB1-4075-849A-54C06DFF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目标用户假设：校园里的同学、朋友和社团成员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BCDFF-C853-4488-A00B-5564DE4F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使用情境：课间、聚会、活动展示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1BD81-6DD0-4A5F-B23D-83074D3E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希望带来：容易上手、面对面互动、紧张又好笑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7B4ED-8903-4E7A-B582-75AAD46E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8874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66C02-4A96-41EB-8834-BA2EAD53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机器人形态与移动方式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3C531-13ED-4CFE-B2FC-C1397FD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整机高度方向：10–20 cm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B3DB4-F1DA-48F5-B265-7E2088DF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奶白主体＋蓝色巴掌 / 红色拳头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B177A-582F-4FB0-8BB7-EE84E632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Otto 四舵机短腿：两条短腿、宽脚掌、无膝关节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32057-8422-4A39-A403-8A744D1F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前进与转向能力需在负重后重新调试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99CB8-76BF-4D64-88F4-1F1E6C58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8540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0C0A7-D523-43A9-8D22-518D0DC8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蓝色巴掌：直接驱动，水平挥动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d1ef552cf43bd"/>
          <a:stretch xmlns:a="http://schemas.openxmlformats.org/drawingml/2006/main"/>
        </p:blipFill>
        <p:spPr>
          <a:xfrm xmlns:a="http://schemas.openxmlformats.org/drawingml/2006/main">
            <a:off x="609600" y="2061574"/>
            <a:ext cx="6381750" cy="286820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325F5-690F-4325-BBFE-21332C86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竖直输出轴连接短横臂与软质手掌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D09CD-7181-42B6-AA7A-75BF2E41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76525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掌面竖直、手指横向，左右扫动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D9C7C-680E-427E-8007-A359C8BF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采用电机 / 舵机直接驱动的方向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24293-04CD-4FAE-ADB1-647F4861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00575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优先验证角度可控、稳定回位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15503-0AE1-4888-90AB-B079F535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767B"/>
                </a:solidFill>
                <a:latin typeface="Microsoft YaHei"/>
                <a:ea typeface="Microsoft YaHei"/>
                <a:cs typeface="Microsoft YaHei"/>
              </a:rPr>
              <a:t>用户提供的游戏画面｜仅作动作方向参考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F7E2A-5E5A-4F15-863C-7C016FB3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2524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761D1-7FC8-4285-B85A-E097EEF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F4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CF4A40"/>
                </a:solidFill>
                <a:latin typeface="Microsoft YaHei"/>
                <a:ea typeface="Microsoft YaHei"/>
                <a:cs typeface="Microsoft YaHei"/>
              </a:rPr>
              <a:t>红色拳头：采用 Punchy 连杆结构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06e810b4c4a0a"/>
          <a:stretch xmlns:a="http://schemas.openxmlformats.org/drawingml/2006/main"/>
        </p:blipFill>
        <p:spPr>
          <a:xfrm xmlns:a="http://schemas.openxmlformats.org/drawingml/2006/main">
            <a:off x="1368939" y="1685925"/>
            <a:ext cx="4863071" cy="3619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52503-A9D5-4A5B-B2FA-5AE555CD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参考 James Bruton 的 Punchy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A6628-AD31-4D3D-BB5F-CB758138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76525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保留齿轮、连杆与前端拳头的结构逻辑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2F6AD-96CC-4A2D-9420-04A86BB2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把上部拳击模块适配到 Otto 双足本体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DF806-EAAE-497A-83D6-B2E6A589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00575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CAD 已收集，缩小与承重仍需验证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2090A-74EF-4385-AE6B-90991E05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767B"/>
                </a:solidFill>
                <a:latin typeface="Microsoft YaHei"/>
                <a:ea typeface="Microsoft YaHei"/>
                <a:cs typeface="Microsoft YaHei"/>
              </a:rPr>
              <a:t>Punchy 结构参考｜James Bruton / XRobots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C0353-0FA9-4AC8-926D-F45B5592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10971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0B925-3D47-480E-91A4-CEBD4A5E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内部布局与尺寸适配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FED0B-91D1-40AC-B659-6072585E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顶部：攻击模块与承力安装座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2C761-9927-43FC-BC9E-323A1A12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中部：控制板、走线与检修空间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0DA73-9FEE-4895-89A3-D54E2874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底部：低置电池、腿部驱动与连接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36AB3-45EB-4406-A654-ABBDC53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先测实物尺寸，再改支架、孔位和外壳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B3006-6DA5-482E-B298-4AA462AA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6419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191CA-1A6F-48AF-BF46-18084A50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一局如何进行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32C00-E4F2-4925-97C6-ADA15CD1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01  选机器人、熟悉移动和攻击按键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F053C-2892-4139-8F4A-7F0877B8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02  双方就位，开始靠近、转向与试探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88925-6DDB-420F-85C2-EE28650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03  抓住距离和时机攻击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7ED56-0130-4686-AA9D-4E5C19F4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04  击倒获胜，人工判定与扶正后再来一局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C9970-BB8F-4976-9203-E8B18183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281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625C5-C837-4C2C-B59E-7F0DA958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硬件需求｜核心电控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26B47-1A0C-4E40-B76B-2CAE021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两台机器人方案的讨论稿；型号和采购数量待确认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98120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524250"/>
                <a:gridCol w="4667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两机估算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机器人控制主板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块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CB1 / CB2 / 其他待选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遥控器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套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含其控制与通信组件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行走舵机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每台 Otto 结构 4 个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巴掌驱动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暂按位置舵机；型号待定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拳击电机与驱动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套（暂估）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拆解 Punchy 后核对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电池 / 供电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 2 套＋遥控 2 套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电压、容量与充电方式待定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CBDF3-CEB9-47A8-8B8A-515DCE9C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6039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6EE0F-5A42-4D40-876D-578D3B28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硬件需求｜连接与结构件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957D1-E910-4205-B1DE-15A6798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按连接点初估；确认板型后再核对接头和线长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98120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524250"/>
                <a:gridCol w="4667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初步需求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核对事项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舵机连接 / 延长线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路，按需延长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接头、线序、长度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电机线 / 驱动信号线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对电机线＋1 套信号线（暂估）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电流、驱动方式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供电线、插头与开关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套设备配套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随电源方案确认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外壳、腿脚、安装支架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台份；软掌与软拳各 1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先打印安装试片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齿轮、连杆、轴、紧固件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拳击 1 套＋两机装配件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数量与轴承规格查 CAD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传感器与场地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传感器首版非必需；场地 1 套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人工判负；无轮式部件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1E1BF-11AD-4B71-938F-6B0A8899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644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B644C-C139-49EE-8844-922C9B0E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关键难点与验证顺序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26588-FF24-46E3-B7B9-B179F0F4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负重行走：空载走通，再加等效重量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25E81-4DD5-4135-9EA7-63BED9A7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攻击失衡：独立动作样机，再上机测试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48EFB-A547-4BB4-A320-5D4A5AD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接口与供电：核对全部驱动的控制与电流需求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DD198-28A0-4E33-B572-C8DCF737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对战公平：调整距离、动作范围与恢复时间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E560A-EAE5-447B-B658-65037D53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2804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8EA97-CB61-454C-A2C9-3F44B58F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六周推进计划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7296F-8F68-47AA-B771-06782F1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从动作样机到双机对战，分阶段验证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98120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524250"/>
                <a:gridCol w="4667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重点任务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阶段交付</a:t>
                      </a:r>
                    </a:p>
                  </a:txBody>
                  <a:tcPr marL="91440" marR="91440" marT="45720" marB="45720">
                    <a:solidFill>
                      <a:srgbClr val="2874B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周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方向、参考机构、硬件讨论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提案＋需求清单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周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实物测量、试片、独立攻击测试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动作样机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 周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Otto 步态与单机整合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一台可控原型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 周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第二台、双机通信与场地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完整对战流程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5 周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同学试玩、调整动作与规则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问题清单与迭代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6 周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稳定性、外观和展示准备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双机演示＋项目材料</a:t>
                      </a:r>
                    </a:p>
                  </a:txBody>
                  <a:tcPr marL="91440" marR="91440" marT="45720" marB="45720"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0482F-48F6-4598-9AF5-CF701B23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1539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A5880-765E-4E00-A7EC-A8BA5AF8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如何判断它好不好玩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03C86-DBFD-465A-A1FC-0D1FE44D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建议邀请 4–6 位同学进行首轮试玩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D410F-E58C-4EBC-A2B0-2F1CBB98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观察：能否理解操作、攻击是否可预判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EB18B-887B-40AD-B0D8-1C84192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记录：失控、卡滞、自身跌倒与中断原因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06812-FA96-40D7-BD14-65B0B038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询问：是否想再玩一局，哪一刻最好笑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49530-62C4-4C71-AA31-A7B1D078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543771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A0D71-4640-4DA1-9E68-9354BB38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74B9"/>
                </a:solidFill>
                <a:latin typeface="Microsoft YaHei"/>
                <a:ea typeface="Microsoft YaHei"/>
                <a:cs typeface="Microsoft YaHei"/>
              </a:rPr>
              <a:t>本阶段目标与待确认事项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4A186-45BD-420B-BC45-C4CD5F0C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6343E"/>
                </a:solidFill>
                <a:latin typeface="Microsoft YaHei"/>
                <a:ea typeface="Microsoft YaHei"/>
                <a:cs typeface="Microsoft YaHei"/>
              </a:rPr>
              <a:t>六周目标：完成可遥控的双机对战原型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5EA18-50A0-4610-BD98-EAE9A7B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保留两种攻击：蓝色横向巴掌、红色连杆拳头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20B08-78F3-41D2-B9DA-C4DF30C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今晚确认：控制板、驱动规格、预算和分工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DE5F6-1410-41AF-B96B-58FEED20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485762"/>
                </a:solidFill>
                <a:latin typeface="Microsoft YaHei"/>
                <a:ea typeface="Microsoft YaHei"/>
                <a:cs typeface="Microsoft YaHei"/>
              </a:rPr>
              <a:t>希望讨论：器件支持、加工条件与项目范围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8B5C8-9700-48D0-95CF-322522F6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C85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0848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2026-09-16T12:55:44.1070000Z</dcterms:created>
  <dcterms:modified xsi:type="dcterms:W3CDTF">2026-09-16T12:55:44.1070000Z</dcterms:modified>
</coreProperties>
</file>